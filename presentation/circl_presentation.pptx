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3F4F6"/>
                </a:solidFill>
                <a:latin typeface="Arial"/>
              </a:defRPr>
            </a:pPr>
            <a:r>
              <a:t>circl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2103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DD4BF"/>
                </a:solidFill>
                <a:latin typeface="Arial"/>
              </a:defRPr>
            </a:pP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CA3AF"/>
                </a:solidFill>
                <a:latin typeface="Arial"/>
              </a:defRPr>
            </a:pPr>
            <a:r>
              <a:t>Hyper-Local Resource Sharing &amp; Collaborative Community Tasking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CHALLENGE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Why Circl Was Conceived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Modern suburban and urban communities suffer from an unintended side effect of development: hyper-isolation and massive material waste.</a:t>
            </a:r>
          </a:p>
          <a:p>
            <a:pPr>
              <a:spcAft>
                <a:spcPts val="18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We purchase expensive products that sit idle 99% of the time, and we lack a secure, structured way to interact, exchange value, or ask for simple favours from the people living just 50 meters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Material Underutilization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An average domestic power drill is used for only 13 minutes in its entire lifespan.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Circl unlocks these dormant community inventories to decrease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41605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The "Stranger Danger" Friction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People want to help and share, but fear damage, theft, or scams.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Circl builds a dedicated trust engine to facilitate hyper-local sharing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PRODUCT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A Dual-Pillared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Physical Resource Sharing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• Borrowing (Goodwill): Free, neighborly lending of basic household items, books, and appliances to build local rapport.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• Renting (Monetized): Secure hire of high-value tools, vehicles, or gear with system-managed financial deposit protections.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745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Collaborative Local Services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• Friendly Favours: Volunteer aid (pet-feeding, plant-watering, elderly check-ins) to support the neighborhood network.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• Micro-tasks &amp; Gigs: Paid assignments (yard cleaning, technical setups, local delivery) creating gig economy jobs right at 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Technological Toolset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Circl is built on a highly modern, reactive stack optimized for lightning-fast mobile performance, geolocation, and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93192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554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Flutter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Cross-platform client engine delivering smooth, high-fidelity UI animations on iOS and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011680"/>
            <a:ext cx="2011680" cy="393192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240280"/>
            <a:ext cx="1554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Supabase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PostgreSQL database, real-time chat sync, file storage, and secure authentication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011680"/>
            <a:ext cx="2011680" cy="393192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12664" y="2240280"/>
            <a:ext cx="1554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Google Maps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Geospatial matching, live distance calculations, and interactive map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011680"/>
            <a:ext cx="2011680" cy="393192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2240280"/>
            <a:ext cx="1554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PayHere SDK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Mobile SDK handling secure checkout, credit cards, and escrow safety 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011680"/>
            <a:ext cx="2011680" cy="393192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65208" y="2240280"/>
            <a:ext cx="1554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ML Kit OCR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Extracts text and validates authenticity of national identity cards (NICs)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TRUST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Aura: The Community Reputation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To eliminate friction, Circl features a complete validation, safety escrow, and gamification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01  NIC Verification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Google ML Kit OCR processes government-issued cards, ensuring every profile maps to a verified real-world individual.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02  Secure Escrow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High-value tool rentals hold a pre-authorized security deposit. Money is released only after successful return and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61C33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03  Aura Point Economy</a:t>
            </a:r>
          </a:p>
          <a:p>
            <a:pPr>
              <a:spcAft>
                <a:spcPts val="8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Users earn points and level up their 'Aura' by completing tasks, sharing items, and accumulating high ratings. High Aura unlocks reduced deposit requirements and premium badges.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LOOKING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Local Future is Circular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By turning physical neighborhoods into active, collaborative sharing networks, Circl decreases carbon footprints, saves users money, and fosters resilient social bonds.</a:t>
            </a:r>
          </a:p>
          <a:p>
            <a:pPr>
              <a:spcAft>
                <a:spcPts val="20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It's not just an app—it's a paradigm shift in how we own, work, and interact right outside our front door.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92024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Reduction in idle household item waste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92024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Cost to perform goodwill favors and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2468880" cy="192024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Verified profiles for worry-free interactions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840480"/>
            <a:ext cx="2468880" cy="1920240"/>
          </a:xfrm>
          <a:prstGeom prst="roundRect">
            <a:avLst/>
          </a:prstGeom>
          <a:solidFill>
            <a:srgbClr val="161C33"/>
          </a:solidFill>
          <a:ln w="1270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0233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15m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7548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Average distance to matching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